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164592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83080"/>
            <a:ext cx="64008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Unified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Platform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Payment Model  ·  Cloud Architecture  ·  APIs &amp; Pipelines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7548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Banking Intelligence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principles that shape every architectural decision in the JHBI platform.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27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033272"/>
            <a:ext cx="263347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1A4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152144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15214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by Default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508760"/>
            <a:ext cx="241401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stream from source systems via CDC → Kafka → BigQuery in seconds. Batch windows are a fallback, not the baseline. Every consumer sees fresh data.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36976" y="1033272"/>
            <a:ext cx="263347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1A4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64992" y="1152144"/>
            <a:ext cx="27432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12464" y="115214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Identity-First Data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508760"/>
            <a:ext cx="241401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links to a canonical party record. Originator and beneficiary are resolved before analytics run. Cross-rail insights require a single identity graph.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033272"/>
            <a:ext cx="263347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1A4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152144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10528" y="115214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Simplicity = Performance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63056" y="1508760"/>
            <a:ext cx="241401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FX, IBAN, on-us, and IR audit fields are first-class columns — not JSON keys. Simple schemas mean fast queries, obvious lineage, and cheaper compute.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" y="2596896"/>
            <a:ext cx="263347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1A4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2715768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271576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Economics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3072384"/>
            <a:ext cx="241401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separates storage from compute. Partition pruning and clustering eliminate wasteful scans. JHBI pays for queries run, not servers idling between batches.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36976" y="2596896"/>
            <a:ext cx="263347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1A4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64992" y="2715768"/>
            <a:ext cx="2743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364992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12464" y="271576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Pipelines for Integration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64992" y="3072384"/>
            <a:ext cx="241401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is CDC-first. Enrichment is async and non-blocking. Every layer exposes a clean contract — source systems, ETL workers, IR service, and query APIs are independently deployable.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596896"/>
            <a:ext cx="263347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1A4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2715768"/>
            <a:ext cx="27432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6163056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10528" y="271576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Intelligence First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63056" y="3072384"/>
            <a:ext cx="241401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columns, tokenized PII, and IR audit fields are purpose-built for feature engineering. The data model is ML-ready — fraud, anomaly detection, and churn models plug in without rework.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Payment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rail — one normalized table. Source fidelity preserved in raw; analytics built on silver.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DDEAF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78992"/>
            <a:ext cx="2286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28600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78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99616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  —  ACH, BillPay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 —  Wire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/ MC  —  Card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(EWS)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 RTP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FedNow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RDC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Payrailz / BPS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793492"/>
            <a:ext cx="237744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3784" y="1078992"/>
            <a:ext cx="2834640" cy="3429000"/>
          </a:xfrm>
          <a:prstGeom prst="rect">
            <a:avLst/>
          </a:prstGeom>
          <a:solidFill>
            <a:srgbClr val="0A2342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43784" y="1078992"/>
            <a:ext cx="2834640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2843784" y="1078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80944" y="14996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lake.unified_transactions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80944" y="1856232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rails, one schema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/ multi-currency cols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&amp; beneficiary IDs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 / BIC routing fields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On-us indicator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Block-and-key IR audit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JSON extension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partitioned + clustered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78424" y="2793492"/>
            <a:ext cx="237744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16168" y="1078992"/>
            <a:ext cx="2231136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16168" y="1078992"/>
            <a:ext cx="2231136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916168" y="107899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53328" y="1499616"/>
            <a:ext cx="204825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analytics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quality metrics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Party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Biller registry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Relationships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/ lineage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unified_transactions — Key Capabilities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out of the box — no JSON parsing required for the most common cross-rail queries.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DDEAF2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1115568"/>
            <a:ext cx="404164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64008" cy="18105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23444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/ Multi-Currency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572768"/>
            <a:ext cx="3767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first-class columns: original_currency_code, original_amount, fx_rate, fx_rate_source, fx_rate_timestamp, fx_charges_borne_by, settlement_currency_code. Cross-rail FX reporting with simple SQL.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115568"/>
            <a:ext cx="404164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15568"/>
            <a:ext cx="64008" cy="18105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123444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6592" y="1572768"/>
            <a:ext cx="3767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block-and-key matching links each transaction to canonical party records. originator_block_key and match_rule columns make every decision auditable without touching IR logs.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3108960"/>
            <a:ext cx="404164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3108960"/>
            <a:ext cx="64008" cy="18105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" y="3227832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Wires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" y="3566160"/>
            <a:ext cx="3767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originator_swift_bic, beneficiary_swift_bic, and IBAN country codes on the row. Full IBAN tokens and correspondent BICs on identity.party_address — ISO 20022 / MT103 aligned.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108960"/>
            <a:ext cx="404164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108960"/>
            <a:ext cx="64008" cy="18105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736592" y="3227832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On-Us 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6592" y="3566160"/>
            <a:ext cx="3767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is_on_us derived at ETL time via ref_on_us_institutions. Supports book-transfer routing and cross-rail on-us analytics. Zero runtime lookups in query paths.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Unified Payments Platform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BigQuery gives JHBI payment analytics the scale and economics that on-prem can't match.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27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33272"/>
            <a:ext cx="2606040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1A4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33272"/>
            <a:ext cx="2606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124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Scale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" y="141732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auto-scales compute to query volume. No cluster sizing, no idle capacity. Petabyte-scale payment history without a DBA.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033272"/>
            <a:ext cx="2606040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1A4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033272"/>
            <a:ext cx="2606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392424" y="1124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Compute Separation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92424" y="141732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is cheap object storage. Compute spins up per query. Pay for queries run, not servers that sit idle overnight.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1033272"/>
            <a:ext cx="2606040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1A4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033272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124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9632" y="141732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 tenant lives in its own dataset with row-level security. One platform, full data isolation — no cross-tenant leakage.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78024"/>
            <a:ext cx="2606040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1A4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78024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25694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" y="286207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→ Dataflow → BigQuery streaming. Transactions are visible in analytics seconds after settlement.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2478024"/>
            <a:ext cx="2606040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1A4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64408" y="2478024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392424" y="25694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Cost Model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92424" y="286207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pruning on transaction_ts and clustering on tenant_id + payment_type keep per-query scan costs small and predictable.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71616" y="2478024"/>
            <a:ext cx="2606040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1A4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2478024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25694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Operations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9632" y="286207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patching, backups, or failover config. Engineering goes to product features, not infrastructure. 99.99% SLA built in.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Data Pipelines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from source systems into BigQuery — and how the identity resolution service enriches it.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DDEAF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424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13898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1389888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89888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92224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 · EPS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Payrailz · BPS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46504" y="16459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1298448"/>
            <a:ext cx="13898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1298448"/>
            <a:ext cx="1389888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1389888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/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1792224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events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92424" y="16459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11880" y="1298448"/>
            <a:ext cx="13898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11880" y="1298448"/>
            <a:ext cx="1389888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1389888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03320" y="1792224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→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silver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38344" y="16459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1298448"/>
            <a:ext cx="13898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57800" y="1298448"/>
            <a:ext cx="1389888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1389888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1792224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insert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lake.*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542032"/>
            <a:ext cx="6583680" cy="27432"/>
          </a:xfrm>
          <a:prstGeom prst="rect">
            <a:avLst/>
          </a:prstGeom>
          <a:solidFill>
            <a:srgbClr val="DDEAF2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596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SERVICE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862072"/>
            <a:ext cx="13898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862072"/>
            <a:ext cx="1389888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2953512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3355848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rows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queue view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46504" y="320954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65960" y="2862072"/>
            <a:ext cx="13898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965960" y="2862072"/>
            <a:ext cx="1389888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2057400" y="2953512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057400" y="3355848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routing:021…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proxy:hash…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92424" y="320954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▶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11880" y="2862072"/>
            <a:ext cx="13898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11880" y="2862072"/>
            <a:ext cx="1389888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3703320" y="2953512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03320" y="3355848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EXACT_TOKEN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ROUTING_ACCT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38344" y="320954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▶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257800" y="2862072"/>
            <a:ext cx="13898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257800" y="2862072"/>
            <a:ext cx="1389888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4" name="Text 42"/>
          <p:cNvSpPr/>
          <p:nvPr/>
        </p:nvSpPr>
        <p:spPr>
          <a:xfrm>
            <a:off x="5349240" y="2953512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3355848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mark_identity_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resolved()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40880" y="1298448"/>
            <a:ext cx="1737360" cy="2642616"/>
          </a:xfrm>
          <a:prstGeom prst="rect">
            <a:avLst/>
          </a:prstGeom>
          <a:solidFill>
            <a:srgbClr val="0A234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040880" y="1298448"/>
            <a:ext cx="17373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8" name="Text 46"/>
          <p:cNvSpPr/>
          <p:nvPr/>
        </p:nvSpPr>
        <p:spPr>
          <a:xfrm>
            <a:off x="7168896" y="13898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APIS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168896" y="1755648"/>
            <a:ext cx="1536192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gRPC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 Storage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views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queries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/ Tableau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Unified Payments Platform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transaction table across 8 payment rails — ACH, Wire, Card, Zelle, RTP, FedNow, Check/RDC, BillPay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/ multi-currency as first-class columns — no JSON parsing for cross-rail FX reporting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via block-and-key — deterministic, auditable, no ML model to operate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 / BIC address model aligned with ISO 20022 pacs.008 and SWIFT MT103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relationships and Biller Registry — joint accounts, UBO, and cross-FI biller analytics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DDL with partitioning, clustering, and row-level security — production-ready on GCP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ingestion pipeline: source → Kafka → ETL workers → BigQuery streaming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github.com/MonkeyWrenchGang/jhbi_silver_design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JHBI Unified Payments Platform</dc:title>
  <dc:subject>PptxGenJS Presentation</dc:subject>
  <dc:creator>PptxGenJS</dc:creator>
  <cp:lastModifiedBy>PptxGenJS</cp:lastModifiedBy>
  <cp:revision>1</cp:revision>
  <dcterms:created xsi:type="dcterms:W3CDTF">2026-03-10T18:21:09Z</dcterms:created>
  <dcterms:modified xsi:type="dcterms:W3CDTF">2026-03-10T18:21:09Z</dcterms:modified>
</cp:coreProperties>
</file>